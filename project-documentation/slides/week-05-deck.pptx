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of Monday 5 October. AIBS theme: AI use cases at SMEs. AEL: one way to keep knowledge, built live from an empty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AIBS segment. To be filled in by the AIBS lecturer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what the teams built in week 4 looks things up when a question is asked: files uploaded to a chat, a folder the assistant searches, a vector store. That works, and it forgets. Ask twice and it does the work twice; a contradiction between two sources is found only if a question happens to touch both. Karpathy: the LLM "is rediscovering knowledge from scratch on every question". The week 3 visualisation (one question, four ways) is the reminder that this is one of four options.</a:t>
            </a:r>
          </a:p>
          <a:p/>
          <a:p>
            <a:r>
              <a:t>Then the three folders, three owners. raw/ is the evidence and nobody edits it, the assistant included. wiki/ belongs to the assistant; the team reads and asks for changes. AGENTS.md is the contract, and the team changes it. All six assistants the students use read AGENTS.md; CLAUDE.md and GEMINI.md point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demo. Leave this card up and switch to the terminal and Obsidian.</a:t>
            </a:r>
          </a:p>
          <a:p/>
          <a:p>
            <a:r>
              <a:t>Acquire, one command per format:</a:t>
            </a:r>
          </a:p>
          <a:p/>
          <a:p>
            <a:r>
              <a:t>• Article: `python3 tools/fetch_article.py https://oecdcogito.blog/2025/09/16/agentic-ai-for-small-business-growth/` — about 1,800 words, word for word.</a:t>
            </a:r>
          </a:p>
          <a:p>
            <a:r>
              <a:t>• Video: `python3 tools/fetch_youtube.py https://www.youtube.com/watch?v=51lXx4wBuHE` — captions only; 64 minutes, about 7,600 words of automatic captions.</a:t>
            </a:r>
          </a:p>
          <a:p>
            <a:r>
              <a:t>• Report: save the PDF in raw/reports/, then `markitdown raw/reports/oecd-empowering-smes-in-the-age-of-ai.pdf &gt; raw/reports/oecd-empowering-smes-in-the-age-of-ai.md` — 36 pages, about 13,000 words, four seconds. The PDF itself is not committed (.gitignore).</a:t>
            </a:r>
          </a:p>
          <a:p/>
          <a:p>
            <a:r>
              <a:t>Process: `/ingest raw/articles/agentic-ai-for-small-business-growth.md — added by Witek`. Let the pause happen; read the takeaways aloud before saying go. Dry run on 30 September, headless, no pause: the article took just under five minutes and wrote twelve pages. With the pause and talking, budget eight. If time is short, ingest the video and the report while talking.</a:t>
            </a:r>
          </a:p>
          <a:p/>
          <a:p>
            <a:r>
              <a:t>Four things to show:</a:t>
            </a:r>
          </a:p>
          <a:p/>
          <a:p>
            <a:r>
              <a:t>1. The pause: the place to catch a misreading before it lands on ten pages.</a:t>
            </a:r>
          </a:p>
          <a:p>
            <a:r>
              <a:t>2. The source page's caveats. In the dry run it found that the author heads PayPal's government relations, that PayPal is a partner of the survey the article cites, that the "72%" figure links back to the article itself, and that the two business owners are invented examples.</a:t>
            </a:r>
          </a:p>
          <a:p>
            <a:r>
              <a:t>3. The disagreement, once the report is in: the article's assistant "negotiates with suppliers"; the OECD finds 61% of SMEs use AI and 76% of those are "AI novices". Show the Debates section and the confidence number that went down. The OECD calls its own sample non-representative, and the source page should say so.</a:t>
            </a:r>
          </a:p>
          <a:p>
            <a:r>
              <a:t>4. Query and lint. Ask: *Which AI uses pay off first for a small manufacturer, according to the wiki?* Show the citations, then the query entry in the log with the pages it read. Then `/lint`, and dwell on the quote check: every quotation on a wiki page is compared with the raw file, so an invented quotation fails. These are the two habits the knowledge architecture criteria said would come back in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make their copy now if they did not before the session; the README has the steps. Walk the room: the usual problems are Python on Windows (`python`, not `python3`) and a venv that is not activated. Each team ingests one published source of its own and reads the source page back. Never interview material, private repository or not: what the assistant reads goes to a model service.</a:t>
            </a:r>
          </a:p>
          <a:p/>
          <a:p>
            <a:r>
              <a:t>Nobody has to switch. A folder with a naming rule, traced end to end, is still a good answer. What the wiki costs: every source is read when it arrives, whether anyone asks or not; a misreading lands on several pages at once; past a few hundred pages the index is not enough and you need search. A team that adopts it writes a decision-log entry and versions its knowledge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evaluation is held against the PRD's own criteria, and the decision log travels with it. The lookup record and the quotation check are what let a team explain a wrong sentence on its page instead of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st.github.com/karpathy/442a6bf555914893e9891c11519de94f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ecdcogito.blog/2025/09/16/agentic-ai-for-small-business-growth/" TargetMode="External"/><Relationship Id="rId3" Type="http://schemas.openxmlformats.org/officeDocument/2006/relationships/hyperlink" Target="https://www.youtube.com/watch?v=51lXx4wBuHE" TargetMode="External"/><Relationship Id="rId4" Type="http://schemas.openxmlformats.org/officeDocument/2006/relationships/hyperlink" Target="https://www.oecd.org/content/dam/oecd/en/publications/reports/2026/04/empowering-smes-in-the-age-of-ai_7f58652c/bf5a9816-en.pdf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atadrivendecisions/llm-wiki-template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drivendecisions.github.io/ai-in-business/week-05.html#assignments" TargetMode="Externa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AI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11827"/>
                </a:solidFill>
              </a:rPr>
              <a:t>AI use cases at SMEs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B5563"/>
                </a:solidFill>
              </a:rPr>
              <a:t>Week 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AIBS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What small firms really use AI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i="1">
                <a:solidFill>
                  <a:srgbClr val="6B7280"/>
                </a:solidFill>
              </a:rPr>
              <a:t>The AIBS segment is added here before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KNOWLEDGE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An LLM wiki reads each source once and keeps what it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RAW/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The sources. Never edited.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WIKI/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The pages. The assistant 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64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AGENTS.MD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The rules. You change them.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hlinkClick r:id="rId2"/>
              </a:rPr>
              <a:t>Karpathy, LLM Wiki</a:t>
            </a:r>
            <a:r>
              <a:rPr sz="1800">
                <a:solidFill>
                  <a:srgbClr val="111827"/>
                </a:solidFill>
              </a:rPr>
              <a:t>, April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Three sources, three formats, one empty wiki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Article.</a:t>
            </a:r>
            <a:r>
              <a:rPr sz="1800">
                <a:solidFill>
                  <a:srgbClr val="111827"/>
                </a:solidFill>
              </a:rPr>
              <a:t> </a:t>
            </a:r>
            <a:r>
              <a:rPr sz="1800">
                <a:solidFill>
                  <a:srgbClr val="111827"/>
                </a:solidFill>
                <a:hlinkClick r:id="rId2"/>
              </a:rPr>
              <a:t>OECD Cogito blog</a:t>
            </a:r>
            <a:r>
              <a:rPr sz="1800">
                <a:solidFill>
                  <a:srgbClr val="111827"/>
                </a:solidFill>
              </a:rPr>
              <a:t>, 2025.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Video.</a:t>
            </a:r>
            <a:r>
              <a:rPr sz="1800">
                <a:solidFill>
                  <a:srgbClr val="111827"/>
                </a:solidFill>
              </a:rPr>
              <a:t> </a:t>
            </a:r>
            <a:r>
              <a:rPr sz="1800">
                <a:solidFill>
                  <a:srgbClr val="111827"/>
                </a:solidFill>
                <a:hlinkClick r:id="rId3"/>
              </a:rPr>
              <a:t>Asian Productivity Organization</a:t>
            </a:r>
            <a:r>
              <a:rPr sz="1800">
                <a:solidFill>
                  <a:srgbClr val="111827"/>
                </a:solidFill>
              </a:rPr>
              <a:t>, 64 minutes.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Report.</a:t>
            </a:r>
            <a:r>
              <a:rPr sz="1800">
                <a:solidFill>
                  <a:srgbClr val="111827"/>
                </a:solidFill>
              </a:rPr>
              <a:t> </a:t>
            </a:r>
            <a:r>
              <a:rPr sz="1800">
                <a:solidFill>
                  <a:srgbClr val="111827"/>
                </a:solidFill>
                <a:hlinkClick r:id="rId4"/>
              </a:rPr>
              <a:t>OECD survey</a:t>
            </a:r>
            <a:r>
              <a:rPr sz="1800">
                <a:solidFill>
                  <a:srgbClr val="111827"/>
                </a:solidFill>
              </a:rPr>
              <a:t>, 2026, 36 pages.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YOURS TO 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Your team’s copy takes ten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hlinkClick r:id="rId2"/>
              </a:rPr>
              <a:t>datadrivendecisions/llm-wiki-template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11827"/>
                </a:solidFill>
              </a:rPr>
              <a:t>Never interview material.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Before 12 October: the first evaluation, with your decision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hlinkClick r:id="rId2"/>
              </a:rPr>
              <a:t>The assignment is here</a:t>
            </a:r>
            <a:r>
              <a:rPr sz="1800">
                <a:solidFill>
                  <a:srgbClr val="111827"/>
                </a:solidFill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